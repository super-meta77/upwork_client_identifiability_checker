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root/>
</file>

<file path=docProps/app.xml><?xml version="1.0" encoding="utf-8"?>
<Properties xmlns="http://schemas.openxmlformats.org/officeDocument/2006/extended-properties">
  <Application>Microsoft Office Word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Lee Chen</dc:creator>
  <cp:lastModifiedBy>Admin</cp:lastModifiedBy>
</cp:coreProperties>
</file>